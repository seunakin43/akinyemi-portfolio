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ExpenseIQ: an AI-assisted expense system for a Nigerian small business, built with Lovable, Supabase and Make.com.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Expense processing involves repeated data entry, receipt handling, categorisation, routing, notifications and reporting. ExpenseIQ connects all of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steps map to the three Make.com scenarios: intake, manager decision, weekly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top to bottom: users, Lovable, Supabase, Make.com, external services. Supabase is the source of truth; Make.com reacts to its webhooks.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is the primary database and source of truth. Make.com runs the background automation.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Webhooks are used instead of Realtime. The service-role key is only used by Make.com server-side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Employees: Submit Expense, My Expenses, Profile. Managers: Overview, Pending Approvals, All Expenses, Reports. AI category is a suggestion the manager can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Categories: Marketing, Travel, Meals, Software, Office Supplies, Training, Professional Services, Logistics, Utilities, Equipment,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approval decision is an explicit Make.com business rule, not an AI output. Human managers remain responsible for financial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receipt: submission continues with receipt_missing = true. Only Approved expenses may proceed to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email repeats reference, vendor, amount, AI category and date, with the manager notes in a colour-coded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Supabase remains the single source of truth; Airtable is a downstream mirror.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Aggregators sum amounts grouped by AI category and by department; a Gmail module sends the management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sheets contain rows from several successive test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result is backed by a figure in the project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refinements to expressions and controls, not changes to the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separation between AI suggestions and human financial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EXPENSEIQ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Expense Management System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documentation, implementation &amp; testing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Toluwanimi Akinyemi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Diploma  |  Instructor: Ogbu Princewill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manual to automated expenses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02920" cy="5029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" y="17309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600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data entry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" y="25081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lost or handled by hand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57200" y="3154680"/>
            <a:ext cx="502920" cy="5029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" y="3285439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154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categorisation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457200" y="3931920"/>
            <a:ext cx="502920" cy="50292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" y="4062679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approval routing and follow-up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4754880" y="114300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0292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ExpenseIQ solution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0" y="182880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through a Lovable web 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stores the authoritative record and fires webhooks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 handles receipts, AI categorisation, routing and email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approve, reject or ask for clarification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summaries go to Google Sheets and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ExpenseIQ delivers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expense lifecycle, in six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receipt upload; missing receipts are flagged, not blocked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6276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Categorise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category, summary, duplicate risk and a reviewer note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3258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087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627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508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057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of NGN 100,000 or more go to a manager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3649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44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 or request clarification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24612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33649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is emailed the outcome with manager notes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035040" y="30632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36499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1228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794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totals by status, category and department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" y="987552"/>
            <a:ext cx="3256313" cy="392277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/home/claude/work/im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3219737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297680" y="1097280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480560" y="1097280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(React + Tailwind): employee and manager portals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2029968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0560" y="2029968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records, roles, private receipts bucket, webhooks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297680" y="2962656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480560" y="2962656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Make.com: three scenarios orchestrate every step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3895344"/>
            <a:ext cx="4389120" cy="804672"/>
          </a:xfrm>
          <a:prstGeom prst="roundRect">
            <a:avLst>
              <a:gd name="adj" fmla="val 9091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80560" y="3895344"/>
            <a:ext cx="4069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OpenRouter, Google Drive, Airtable, Gmail, Google Sheets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49047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Lovable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frontend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42032" y="118872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24912" y="13716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784" y="149047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24912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24912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auth, storage, webhooks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26864" y="118872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9744" y="137160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149047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9744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Make.com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09744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orchestration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11696" y="118872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894576" y="137160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49047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94576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94576" y="2286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categorisation (Nemotron 3 Ultra)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297180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273552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Drive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receipt storage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42032" y="297180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724912" y="315468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3784" y="327355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24912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Airtable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2724912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reporting mirror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26864" y="297180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809744" y="315468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7355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09744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Gmail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4809744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and status emails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6711696" y="2971800"/>
            <a:ext cx="1938528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894576" y="315468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327355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94576" y="3749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Sheets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6894576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reporting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Supabase: the source of truth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840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table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submission plus AI and workflow fields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RLS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see their own records; managers and admins see more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receipts bucket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JPEG, PNG or PDF, 10 MB limit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Webhooks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starts Scenario 1; status UPDATE starts Scenario 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53712" y="1078992"/>
            <a:ext cx="4151376" cy="21062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/home/claude/work/un/word/media/exp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4114800" cy="2069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0" y="322182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table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178149" y="3593592"/>
            <a:ext cx="2902502" cy="10881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/home/claude/work/un/word/media/webhoo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437" y="3611880"/>
            <a:ext cx="2865926" cy="10515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7183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and UPDATE webhooks (URLs redacted)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Lovable frontend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portals; accounts are created by an administrator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8912" y="1261872"/>
            <a:ext cx="2651760" cy="255815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5" name="Image 0" descr="/home/claude/work/un/word/media/submit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2615184" cy="252158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0416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 submit expense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261872"/>
            <a:ext cx="2651760" cy="251830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1" descr="/home/claude/work/un/word/media/mgr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80160"/>
            <a:ext cx="2615184" cy="248172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64408" y="40416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overview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053328" y="1261872"/>
            <a:ext cx="2651760" cy="25855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1" name="Image 2" descr="/home/claude/work/un/word/media/pend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1280160"/>
            <a:ext cx="2615184" cy="25489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071616" y="404164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pending approvals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receipt shows a warning but does not block submission; the record is flagged receipt_missing.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1: intake and AI categorisation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receives the INSERT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copied to Google Drive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suggests category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PATCHed to Supabase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350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mirrored to Airtable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1097280"/>
            <a:ext cx="1261872" cy="1325880"/>
          </a:xfrm>
          <a:prstGeom prst="roundRect">
            <a:avLst>
              <a:gd name="adj" fmla="val 5797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18872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1554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applies the approval rule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97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returns JSON only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0632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from a fixed list of 11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subcategory and short summary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duplicate_risk: Low or Review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reviewer_note for unclear details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forbids approving, rejecting or tax judgments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40415" y="2679192"/>
            <a:ext cx="2543730" cy="20482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30" name="Image 0" descr="/home/claude/work/un/word/media/s1_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8703" y="2697480"/>
            <a:ext cx="2507154" cy="201168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937760" y="4773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canvas in Make.com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suggests. People decide.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only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84048" cy="384048"/>
          </a:xfrm>
          <a:prstGeom prst="ellipse">
            <a:avLst/>
          </a:prstGeom>
          <a:solidFill>
            <a:srgbClr val="0F9D6B"/>
          </a:solidFill>
          <a:ln w="12700">
            <a:solidFill>
              <a:srgbClr val="0F9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372" y="1928652"/>
            <a:ext cx="184343" cy="184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a category and subcategory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542032"/>
            <a:ext cx="384048" cy="384048"/>
          </a:xfrm>
          <a:prstGeom prst="ellipse">
            <a:avLst/>
          </a:prstGeom>
          <a:solidFill>
            <a:srgbClr val="0F9D6B"/>
          </a:solidFill>
          <a:ln w="12700">
            <a:solidFill>
              <a:srgbClr val="0F9D6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72" y="2641884"/>
            <a:ext cx="184343" cy="18434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concise summary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31520" y="3255264"/>
            <a:ext cx="384048" cy="384048"/>
          </a:xfrm>
          <a:prstGeom prst="ellipse">
            <a:avLst/>
          </a:prstGeom>
          <a:solidFill>
            <a:srgbClr val="0F9D6B"/>
          </a:solidFill>
          <a:ln w="12700">
            <a:solidFill>
              <a:srgbClr val="0F9D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72" y="3355116"/>
            <a:ext cx="184343" cy="18434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 risk: Low or Review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1520" y="3968496"/>
            <a:ext cx="384048" cy="384048"/>
          </a:xfrm>
          <a:prstGeom prst="ellipse">
            <a:avLst/>
          </a:prstGeom>
          <a:solidFill>
            <a:srgbClr val="0F9D6B"/>
          </a:solidFill>
          <a:ln w="12700">
            <a:solidFill>
              <a:srgbClr val="0F9D6B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72" y="4068348"/>
            <a:ext cx="184343" cy="184343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280160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reviewer note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937760" y="1234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does not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4937760" y="1828800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612" y="1928652"/>
            <a:ext cx="184343" cy="184343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86400" y="1828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expenses</a:t>
            </a:r>
            <a:endParaRPr lang="en-US" sz="1500" dirty="0"/>
          </a:p>
        </p:txBody>
      </p:sp>
      <p:sp>
        <p:nvSpPr>
          <p:cNvPr id="22" name="Shape 15"/>
          <p:cNvSpPr/>
          <p:nvPr/>
        </p:nvSpPr>
        <p:spPr>
          <a:xfrm>
            <a:off x="4937760" y="254203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7612" y="2641884"/>
            <a:ext cx="184343" cy="184343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486400" y="254203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 decisions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4937760" y="3255264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7612" y="3355116"/>
            <a:ext cx="184343" cy="18434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486400" y="3255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tax or legal conclusions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4937760" y="396849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7612" y="4068348"/>
            <a:ext cx="184343" cy="184343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486400" y="39684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approval threshold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explicit rule routes every expense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100,000</a:t>
            </a:r>
            <a:endParaRPr lang="en-US" sz="3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threshold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37744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≥ 100,000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Approval; manager receives an approval email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3840480" cy="1051560"/>
          </a:xfrm>
          <a:prstGeom prst="roundRect">
            <a:avLst>
              <a:gd name="adj" fmla="val 8696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56616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&lt; 100,000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Auto-recorded; employee receives a confirmation email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53712" y="1124712"/>
            <a:ext cx="2048256" cy="171261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0" descr="/home/claude/work/un/word/media/mgr_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2011680" cy="167603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702552" y="1124712"/>
            <a:ext cx="2002536" cy="192812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2" name="Image 1" descr="/mnt/user-data/uploads/expense_below_thresh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43000"/>
            <a:ext cx="1965960" cy="189154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2004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request (NGN 190,000)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720840" y="32004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confirmation (NGN 95,000)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 filters run on the numeric amount, so the decision never depends on the AI.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2: manager decision and notification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webhook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21408" y="10972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7C3AED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67128" y="10972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Guard filter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85616" y="10972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31336" y="10972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by status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9824" y="10972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95544" y="10972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notification_sent = 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14032" y="109728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59752" y="1097280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to employee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passes only a real status change with notification_sent = false, so the scenario’s own update cannot send a second email.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402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9244" y="2542032"/>
            <a:ext cx="2271097" cy="22768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6" name="Image 0" descr="/mnt/user-data/uploads/20_approved_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32" y="2560320"/>
            <a:ext cx="2234521" cy="22402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264408" y="22402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310128" y="2542032"/>
            <a:ext cx="2523744" cy="22768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9" name="Image 1" descr="/mnt/user-data/uploads/21_rejected_e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416" y="2560320"/>
            <a:ext cx="2487168" cy="22402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071616" y="22402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Clarification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250845" y="2542032"/>
            <a:ext cx="2256725" cy="22768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22" name="Image 2" descr="/mnt/user-data/uploads/22_needs_clarifi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133" y="2560320"/>
            <a:ext cx="2220149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Airtable reporting mirror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" y="1170432"/>
            <a:ext cx="5157216" cy="245008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/mnt/user-data/uploads/23_Airtable_expense_mirr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41351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319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table in the ExpenseIQ Airtable base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852160" y="118872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Make.com after Supabase is updated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submission fields, AI fields, approval flags and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start any workflow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rows come from repeated test runs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3: weekly summary report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963258" y="1170432"/>
            <a:ext cx="5217483" cy="22311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/mnt/user-data/uploads/24_Make_scenario3_can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546" y="1188720"/>
            <a:ext cx="5180907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canvas in Make.com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9319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405079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3858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08:00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Africa/Lagos schedule; run on demand in testing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264408" y="39319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4050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831336" y="3858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fetched from Supabase by HTTP GET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6071616" y="39319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405079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638544" y="3858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sheet tabs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Summary, By Category, By Department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reports delivered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8912" y="1124712"/>
            <a:ext cx="2551176" cy="2729749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4" name="Image 0" descr="/mnt/user-data/uploads/25_25_Scenario3_Category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2514600" cy="269317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891037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136392" y="1124712"/>
            <a:ext cx="2551176" cy="274387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7" name="Image 1" descr="/mnt/user-data/uploads/26_Scenario3_Department_Sum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143000"/>
            <a:ext cx="2514600" cy="27073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54680" y="390516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Department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925312" y="1124712"/>
            <a:ext cx="2779776" cy="123002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0" name="Image 2" descr="/mnt/user-data/uploads/27_Scenario3_Weekly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43000"/>
            <a:ext cx="2743200" cy="11934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943600" y="239131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Summary tab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25312" y="2907792"/>
            <a:ext cx="2779776" cy="13033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13" name="Image 3" descr="/mnt/user-data/uploads/28_Weekly_Management_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26080"/>
            <a:ext cx="2743200" cy="126673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943600" y="4247675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email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42032" y="10515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2032" y="10515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decisions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626864" y="10515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26864" y="10515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routes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711696" y="1051560"/>
            <a:ext cx="1938528" cy="914400"/>
          </a:xfrm>
          <a:prstGeom prst="roundRect">
            <a:avLst>
              <a:gd name="adj" fmla="val 10000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1696" y="1051560"/>
            <a:ext cx="1938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figures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91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Temu, NGN 190,000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approval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Iyakan food vendor, NGN 95,000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 email; Meals / Business Meals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receipt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without a 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shown; submission continues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approves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aloe, NGN 150,000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email with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rejects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algo, NGN 585,576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 email with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clarification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Temu, NGN 2,500,000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Clarification email with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3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sheet tabs and management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 and 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3990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safeguards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6596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limits employees to their own records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bucket is private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Service-role key only in Make.com server-side modules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notification_sent prevents duplicate emails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values kept; decision fields appended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5F3FF"/>
          </a:solidFill>
          <a:ln w="9525">
            <a:solidFill>
              <a:srgbClr val="DDD6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2801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3990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improvements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196596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decision-history table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status and payment-ready queue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duplicate detection and configurable thresholds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and error reporting across services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Scenario 1 and 3 expressions; upsert Airtable rows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280160"/>
            <a:ext cx="4572000" cy="45720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9144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suggests.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route.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decide.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ExpenseIQ automates the full expense lifecycle: submission, AI categorisation, approval routing, human decision, employee notification and weekly reporting.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43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Toluwanimi Akinyemi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ExpenseIQ</dc:title>
  <dc:subject>PptxGenJS Presentation</dc:subject>
  <dc:creator>Toluwanimi Akinyemi</dc:creator>
  <cp:lastModifiedBy>Toluwanimi Akinyemi</cp:lastModifiedBy>
  <cp:revision>1</cp:revision>
  <dcterms:created xsi:type="dcterms:W3CDTF">2026-10-01T09:52:27Z</dcterms:created>
  <dcterms:modified xsi:type="dcterms:W3CDTF">2026-10-01T09:52:27Z</dcterms:modified>
</cp:coreProperties>
</file>